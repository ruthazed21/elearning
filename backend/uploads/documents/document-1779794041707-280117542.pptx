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demod sey bay tohghk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time is off essence and mann aint shit but i like being dramatic so life continuosy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</Words>
  <Application>WPS Presentation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demod sey bay tohghk</dc:title>
  <dc:creator>hp</dc:creator>
  <cp:lastModifiedBy>Hami Mesfin</cp:lastModifiedBy>
  <cp:revision>2</cp:revision>
  <dcterms:created xsi:type="dcterms:W3CDTF">2026-05-20T12:45:32Z</dcterms:created>
  <dcterms:modified xsi:type="dcterms:W3CDTF">2026-05-20T12:45:59Z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3461C82317754B2CB5A881B87220E83C_13</vt:lpwstr>
  </property>
</Properties>
</file>